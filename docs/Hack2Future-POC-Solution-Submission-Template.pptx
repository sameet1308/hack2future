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Larsen &amp; Toubro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Company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498080" y="502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Hack2Future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04672" y="24871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 x Microsoft Hackathon Partnership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04672" y="30632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POC/Solution Submission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89320" y="1920240"/>
            <a:ext cx="155448" cy="155448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8" name="Shape 6"/>
          <p:cNvSpPr/>
          <p:nvPr/>
        </p:nvSpPr>
        <p:spPr>
          <a:xfrm>
            <a:off x="6163056" y="1920240"/>
            <a:ext cx="155448" cy="155448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9" name="Shape 7"/>
          <p:cNvSpPr/>
          <p:nvPr/>
        </p:nvSpPr>
        <p:spPr>
          <a:xfrm>
            <a:off x="5989320" y="2093976"/>
            <a:ext cx="155448" cy="155448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10" name="Shape 8"/>
          <p:cNvSpPr/>
          <p:nvPr/>
        </p:nvSpPr>
        <p:spPr>
          <a:xfrm>
            <a:off x="6163056" y="2093976"/>
            <a:ext cx="155448" cy="155448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86537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E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818120" y="1783080"/>
            <a:ext cx="502920" cy="777240"/>
          </a:xfrm>
          <a:prstGeom prst="chevron">
            <a:avLst/>
          </a:prstGeom>
          <a:solidFill>
            <a:srgbClr val="D84E1A"/>
          </a:solidFill>
          <a:ln/>
        </p:spPr>
      </p:sp>
      <p:pic>
        <p:nvPicPr>
          <p:cNvPr id="13" name="Image 0" descr="assets/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246120"/>
            <a:ext cx="9144000" cy="18973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 Team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960120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8B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2640" y="1084936"/>
            <a:ext cx="326441" cy="326441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5" name="Shape 3"/>
          <p:cNvSpPr/>
          <p:nvPr/>
        </p:nvSpPr>
        <p:spPr>
          <a:xfrm>
            <a:off x="810616" y="1440180"/>
            <a:ext cx="710489" cy="595274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915668"/>
            <a:ext cx="996696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029968"/>
            <a:ext cx="1143000" cy="2743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&lt;NAME&gt;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48256" y="960120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8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65096" y="1084936"/>
            <a:ext cx="326441" cy="326441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0" name="Shape 8"/>
          <p:cNvSpPr/>
          <p:nvPr/>
        </p:nvSpPr>
        <p:spPr>
          <a:xfrm>
            <a:off x="2173072" y="1440180"/>
            <a:ext cx="710489" cy="595274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1" name="Shape 9"/>
          <p:cNvSpPr/>
          <p:nvPr/>
        </p:nvSpPr>
        <p:spPr>
          <a:xfrm>
            <a:off x="2029968" y="1915668"/>
            <a:ext cx="996696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956816" y="2029968"/>
            <a:ext cx="1143000" cy="2743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&lt;NAME&gt;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10712" y="960120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8B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27552" y="1084936"/>
            <a:ext cx="326441" cy="326441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5" name="Shape 13"/>
          <p:cNvSpPr/>
          <p:nvPr/>
        </p:nvSpPr>
        <p:spPr>
          <a:xfrm>
            <a:off x="3535528" y="1440180"/>
            <a:ext cx="710489" cy="595274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6" name="Shape 14"/>
          <p:cNvSpPr/>
          <p:nvPr/>
        </p:nvSpPr>
        <p:spPr>
          <a:xfrm>
            <a:off x="3392424" y="1915668"/>
            <a:ext cx="996696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319272" y="2029968"/>
            <a:ext cx="1143000" cy="2743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&lt;NAME&gt;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73168" y="960120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8B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90008" y="1084936"/>
            <a:ext cx="326441" cy="326441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0" name="Shape 18"/>
          <p:cNvSpPr/>
          <p:nvPr/>
        </p:nvSpPr>
        <p:spPr>
          <a:xfrm>
            <a:off x="4897984" y="1440180"/>
            <a:ext cx="710489" cy="595274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1915668"/>
            <a:ext cx="996696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681728" y="2029968"/>
            <a:ext cx="1143000" cy="2743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&lt;NAME&gt;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35624" y="960120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8B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52464" y="1084936"/>
            <a:ext cx="326441" cy="326441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0440" y="1440180"/>
            <a:ext cx="710489" cy="595274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6" name="Shape 24"/>
          <p:cNvSpPr/>
          <p:nvPr/>
        </p:nvSpPr>
        <p:spPr>
          <a:xfrm>
            <a:off x="6117336" y="1915668"/>
            <a:ext cx="996696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044184" y="2029968"/>
            <a:ext cx="1143000" cy="2743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&lt;NAME&gt;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98080" y="960120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8B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14920" y="1084936"/>
            <a:ext cx="326441" cy="326441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30" name="Shape 28"/>
          <p:cNvSpPr/>
          <p:nvPr/>
        </p:nvSpPr>
        <p:spPr>
          <a:xfrm>
            <a:off x="7622896" y="1440180"/>
            <a:ext cx="710489" cy="595274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31" name="Shape 29"/>
          <p:cNvSpPr/>
          <p:nvPr/>
        </p:nvSpPr>
        <p:spPr>
          <a:xfrm>
            <a:off x="7479792" y="1915668"/>
            <a:ext cx="996696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406640" y="2029968"/>
            <a:ext cx="1143000" cy="2743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&lt;NAME&gt;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06040"/>
          <a:ext cx="83210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035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4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4E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Name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 your team name as registered on the hackathon portal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Chosen Challenge Statement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the exact challenge statement you selected from the hackathon portal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Idea Name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Give your solution a memorable, descriptive name that captures its core 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 Statement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Describe the real-world pain point your solution addresses. Focus on the why — who suffers and what breaks without your solution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" name="Text 31"/>
          <p:cNvSpPr/>
          <p:nvPr/>
        </p:nvSpPr>
        <p:spPr>
          <a:xfrm>
            <a:off x="411480" y="4736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1143000" y="4809744"/>
            <a:ext cx="82296" cy="82296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36" name="Shape 33"/>
          <p:cNvSpPr/>
          <p:nvPr/>
        </p:nvSpPr>
        <p:spPr>
          <a:xfrm>
            <a:off x="1236269" y="4809744"/>
            <a:ext cx="82296" cy="82296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37" name="Shape 34"/>
          <p:cNvSpPr/>
          <p:nvPr/>
        </p:nvSpPr>
        <p:spPr>
          <a:xfrm>
            <a:off x="1143000" y="4903013"/>
            <a:ext cx="82296" cy="82296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38" name="Shape 35"/>
          <p:cNvSpPr/>
          <p:nvPr/>
        </p:nvSpPr>
        <p:spPr>
          <a:xfrm>
            <a:off x="1236269" y="4903013"/>
            <a:ext cx="82296" cy="82296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39" name="Text 36"/>
          <p:cNvSpPr/>
          <p:nvPr/>
        </p:nvSpPr>
        <p:spPr>
          <a:xfrm>
            <a:off x="1355141" y="4754880"/>
            <a:ext cx="12801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E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400800" y="47731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©LTM | Privileged and Confidential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854964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0"/>
            <a:ext cx="2240280" cy="5143500"/>
          </a:xfrm>
          <a:prstGeom prst="rect">
            <a:avLst/>
          </a:prstGeom>
          <a:solidFill>
            <a:srgbClr val="F6E3D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Build &amp; Submission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your Code repository or relevant files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Submit 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and use the </a:t>
            </a:r>
            <a:pPr indent="0" marL="0">
              <a:buNone/>
            </a:pPr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template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provided in the portal. Ensure the final solution presentation (PPT) covering: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overview &amp; approach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demo / walkthrough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key components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 &amp; outcomes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2743200"/>
            <a:ext cx="3520440" cy="1298448"/>
          </a:xfrm>
          <a:prstGeom prst="rect">
            <a:avLst/>
          </a:prstGeom>
          <a:solidFill>
            <a:srgbClr val="FBF4F0"/>
          </a:solidFill>
          <a:ln w="9525">
            <a:solidFill>
              <a:srgbClr val="DDD5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3464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Duration: 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10 Minutes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i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compelling demo video that effectively showcases and positions your idea or proof of concept (POC) to the client—focusing on clear value articulation, persuasive storytelling, and influencing customer decision-making through strong marketing and recommendation messaging.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60520" y="1005840"/>
            <a:ext cx="2560320" cy="3035808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43400" y="11521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Criteria's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343400" y="146304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 of Solution to Challenge Statement </a:t>
            </a:r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 points)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and Creativity </a:t>
            </a:r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 points)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Implementation </a:t>
            </a:r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 points)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 (UX) </a:t>
            </a:r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(15 points)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Scalability </a:t>
            </a:r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(15 points)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and Pitch </a:t>
            </a:r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 points)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Adaptability and Flexibility </a:t>
            </a:r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 points)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Impression </a:t>
            </a:r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 points)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4133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next 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4389120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ideas will be shortlisted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9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Judging &amp; Feedback: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Submissions will be evaluated by LTM leads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9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Annoncement: </a:t>
            </a:r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participants will be notified once winners are announced by </a:t>
            </a:r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09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9194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5840" y="4956048"/>
            <a:ext cx="64008" cy="64008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8992" y="4956048"/>
            <a:ext cx="64008" cy="64008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" y="5029200"/>
            <a:ext cx="64008" cy="64008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8992" y="5029200"/>
            <a:ext cx="64008" cy="64008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19" name="Text 17"/>
          <p:cNvSpPr/>
          <p:nvPr/>
        </p:nvSpPr>
        <p:spPr>
          <a:xfrm>
            <a:off x="1179576" y="490118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E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086600" y="384048"/>
            <a:ext cx="1874520" cy="347472"/>
          </a:xfrm>
          <a:prstGeom prst="roundRect">
            <a:avLst>
              <a:gd name="adj" fmla="val 13158"/>
            </a:avLst>
          </a:prstGeom>
          <a:solidFill>
            <a:srgbClr val="D84E1A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0" y="38404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Window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78040" y="786384"/>
            <a:ext cx="169164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178040" y="78638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highlight>
                  <a:srgbClr val="FFF2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Jun 15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86600" y="1271016"/>
            <a:ext cx="1874520" cy="347472"/>
          </a:xfrm>
          <a:prstGeom prst="roundRect">
            <a:avLst>
              <a:gd name="adj" fmla="val 13158"/>
            </a:avLst>
          </a:prstGeom>
          <a:solidFill>
            <a:srgbClr val="D84E1A"/>
          </a:solidFill>
          <a:ln/>
        </p:spPr>
      </p:sp>
      <p:sp>
        <p:nvSpPr>
          <p:cNvPr id="25" name="Text 23"/>
          <p:cNvSpPr/>
          <p:nvPr/>
        </p:nvSpPr>
        <p:spPr>
          <a:xfrm>
            <a:off x="7086600" y="127101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Build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78040" y="1673352"/>
            <a:ext cx="169164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178040" y="167335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01 – Jun 12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86600" y="2157984"/>
            <a:ext cx="1874520" cy="347472"/>
          </a:xfrm>
          <a:prstGeom prst="roundRect">
            <a:avLst>
              <a:gd name="adj" fmla="val 13158"/>
            </a:avLst>
          </a:prstGeom>
          <a:solidFill>
            <a:srgbClr val="D84E1A"/>
          </a:solidFill>
          <a:ln/>
        </p:spPr>
      </p:sp>
      <p:sp>
        <p:nvSpPr>
          <p:cNvPr id="29" name="Text 27"/>
          <p:cNvSpPr/>
          <p:nvPr/>
        </p:nvSpPr>
        <p:spPr>
          <a:xfrm>
            <a:off x="7086600" y="215798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Window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178040" y="2560320"/>
            <a:ext cx="169164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7178040" y="25603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15 – Jun 24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86600" y="3044952"/>
            <a:ext cx="1874520" cy="347472"/>
          </a:xfrm>
          <a:prstGeom prst="roundRect">
            <a:avLst>
              <a:gd name="adj" fmla="val 13158"/>
            </a:avLst>
          </a:prstGeom>
          <a:solidFill>
            <a:srgbClr val="D84E1A"/>
          </a:solidFill>
          <a:ln/>
        </p:spPr>
      </p:sp>
      <p:sp>
        <p:nvSpPr>
          <p:cNvPr id="33" name="Text 31"/>
          <p:cNvSpPr/>
          <p:nvPr/>
        </p:nvSpPr>
        <p:spPr>
          <a:xfrm>
            <a:off x="7086600" y="304495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Announcement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178040" y="3447288"/>
            <a:ext cx="169164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7178040" y="344728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09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662672" y="395020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84E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62672" y="3950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</a:t>
            </a:r>
            <a:endParaRPr lang="en-US" sz="750" dirty="0"/>
          </a:p>
          <a:p>
            <a:pPr algn="ctr" indent="0" marL="0">
              <a:buNone/>
            </a:pPr>
            <a:r>
              <a:rPr lang="en-US" sz="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662672" y="4535424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84E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62672" y="45354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</a:t>
            </a:r>
            <a:endParaRPr lang="en-US" sz="750" dirty="0"/>
          </a:p>
          <a:p>
            <a:pPr algn="ctr" indent="0" marL="0">
              <a:buNone/>
            </a:pPr>
            <a:r>
              <a:rPr lang="en-US" sz="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0"/>
            <a:ext cx="2331720" cy="5143500"/>
          </a:xfrm>
          <a:prstGeom prst="rect">
            <a:avLst/>
          </a:prstGeom>
          <a:solidFill>
            <a:srgbClr val="F6E3D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61264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3891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4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4E1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 Overview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Include a high-level diagram showing how components interact. Show data flow, user touchpoints, and external service integrations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Components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(Microsoft Technology / Services Touched)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00" i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 each major component (frontend, backend, AI/ML layer, data store) and explain its role in the solution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&amp; Compliance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00" i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Describe authentication method, data encryption approach, compliance standards met, and role-based access controls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995160" y="1188720"/>
            <a:ext cx="2011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visual </a:t>
            </a:r>
            <a:pPr indent="0" marL="0">
              <a:spcAft>
                <a:spcPts val="800"/>
              </a:spcAft>
              <a:buNone/>
            </a:pPr>
            <a:r>
              <a:rPr lang="en-US" sz="11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representation of the solution, showing: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interaction flow/wireframe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system components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between services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points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/ compliance considerations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736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143000" y="4809744"/>
            <a:ext cx="82296" cy="82296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8" name="Shape 5"/>
          <p:cNvSpPr/>
          <p:nvPr/>
        </p:nvSpPr>
        <p:spPr>
          <a:xfrm>
            <a:off x="1236269" y="4809744"/>
            <a:ext cx="82296" cy="82296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9" name="Shape 6"/>
          <p:cNvSpPr/>
          <p:nvPr/>
        </p:nvSpPr>
        <p:spPr>
          <a:xfrm>
            <a:off x="1143000" y="4903013"/>
            <a:ext cx="82296" cy="82296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10" name="Shape 7"/>
          <p:cNvSpPr/>
          <p:nvPr/>
        </p:nvSpPr>
        <p:spPr>
          <a:xfrm>
            <a:off x="1236269" y="4903013"/>
            <a:ext cx="82296" cy="82296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11" name="Text 8"/>
          <p:cNvSpPr/>
          <p:nvPr/>
        </p:nvSpPr>
        <p:spPr>
          <a:xfrm>
            <a:off x="1355141" y="4754880"/>
            <a:ext cx="12801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E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0" y="47731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©LTM | Privileged and Confidential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54964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Approach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9436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4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4E1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Relevance to Challenge (20 Points)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Explain how your solution directly addresses the challenge statement. Show clear alignment between the problem and your approach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Innovation &amp; Creativity (10 Points)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Highlight what makes your approach novel. What existing solutions did you improve upon or what new technique did you introduce?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Implementation (10 Points)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Describe your tech stack, architecture decisions, and key integrations. Show that you built something functional, not just a concept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Experience (15 Points)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Explain how users interact with your solution. Focus on intuitive design, accessibility, and reduced friction in the workflow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 &amp; Scalability (15 Points)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Quantify potential impact (e.g., time saved, cost reduced) and explain how your solution can scale across teams, regions, or industries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Presentation &amp; Pitch (10 Points)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 your pitch: Problem → Solution → Demo → Impact → Roadmap. Keep it concise and lead with the business value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Adaptability &amp; Flexibility (10 Points)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 how your solution can be adapted to other use cases or industries beyond the initial challenge scope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 Impression (10 Points)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Ensure professional polish: clean slides, consistent design, working demo, and a compelling narrative that ties everything together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does your POC/Tool worthy of GTM development 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Articulate market demand, competitive advantage, and a clear path from POC to production-ready product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11480" y="48006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143000" y="4873752"/>
            <a:ext cx="82296" cy="82296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6" name="Shape 3"/>
          <p:cNvSpPr/>
          <p:nvPr/>
        </p:nvSpPr>
        <p:spPr>
          <a:xfrm>
            <a:off x="1236269" y="4873752"/>
            <a:ext cx="82296" cy="82296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7" name="Shape 4"/>
          <p:cNvSpPr/>
          <p:nvPr/>
        </p:nvSpPr>
        <p:spPr>
          <a:xfrm>
            <a:off x="1143000" y="4967021"/>
            <a:ext cx="82296" cy="82296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8" name="Shape 5"/>
          <p:cNvSpPr/>
          <p:nvPr/>
        </p:nvSpPr>
        <p:spPr>
          <a:xfrm>
            <a:off x="1236269" y="4967021"/>
            <a:ext cx="82296" cy="82296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9" name="Text 6"/>
          <p:cNvSpPr/>
          <p:nvPr/>
        </p:nvSpPr>
        <p:spPr>
          <a:xfrm>
            <a:off x="1355141" y="4818888"/>
            <a:ext cx="12801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E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0" y="483717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©LTM | Privileged and 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549640" y="483717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 &amp; Pitch Best Practices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 Structure (Max 10 Minutes)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161288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1-2: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Hook with the problem. Show the pain point with a relatable scenario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2-4: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Live demo of your working solution. Show the happy path end-to-end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4-6: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Architecture walkthrough. Explain your tech choices and Microsoft service integrations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6-8: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Business impact and scalability. Quantify the value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8-10: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Future roadmap and GTM potential. Close with a strong call to action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Présentation Tips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05456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the “why” — start with the problem and the people affected, not the technology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storytelling: Before vs. After your solution. Paint a clear picture of the transformation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slides visual and minimal — avoid text-heavy slides. Use diagrams, screenshots, and data visuals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Rehearse as a team. Assign speaking roles and practice transitions between speakers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with confidence — summarize key value, restate the problem-solution fit, and outline next steps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3584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Maximizer Checklist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877056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 (20 pts):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Explicit mapping between challenge statement and your solution approach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(15 pts) + Impact (15 pts):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Show a user-friendly interface with measurable outcomes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(10 pts) + Tech (10 pts):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Novel approach with solid, well-integrated Microsoft stack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Adaptability (10 pts) + Overall (10 pts):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Show extensibility and leave a lasting impression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48463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43000" y="4919472"/>
            <a:ext cx="82296" cy="82296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11" name="Shape 9"/>
          <p:cNvSpPr/>
          <p:nvPr/>
        </p:nvSpPr>
        <p:spPr>
          <a:xfrm>
            <a:off x="1236269" y="4919472"/>
            <a:ext cx="82296" cy="82296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" y="5012741"/>
            <a:ext cx="82296" cy="82296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13" name="Shape 11"/>
          <p:cNvSpPr/>
          <p:nvPr/>
        </p:nvSpPr>
        <p:spPr>
          <a:xfrm>
            <a:off x="1236269" y="5012741"/>
            <a:ext cx="82296" cy="82296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14" name="Text 12"/>
          <p:cNvSpPr/>
          <p:nvPr/>
        </p:nvSpPr>
        <p:spPr>
          <a:xfrm>
            <a:off x="1355141" y="4864608"/>
            <a:ext cx="12801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E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48828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©LTM | Privileged and Confidential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549640" y="488289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References/Screenshots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4736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43000" y="4809744"/>
            <a:ext cx="82296" cy="82296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5" name="Shape 3"/>
          <p:cNvSpPr/>
          <p:nvPr/>
        </p:nvSpPr>
        <p:spPr>
          <a:xfrm>
            <a:off x="1236269" y="4809744"/>
            <a:ext cx="82296" cy="82296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903013"/>
            <a:ext cx="82296" cy="82296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7" name="Shape 5"/>
          <p:cNvSpPr/>
          <p:nvPr/>
        </p:nvSpPr>
        <p:spPr>
          <a:xfrm>
            <a:off x="1236269" y="4903013"/>
            <a:ext cx="82296" cy="82296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8" name="Text 6"/>
          <p:cNvSpPr/>
          <p:nvPr/>
        </p:nvSpPr>
        <p:spPr>
          <a:xfrm>
            <a:off x="1355141" y="4754880"/>
            <a:ext cx="12801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E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47731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©LTM | Privileged and Confidential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4964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Hack2Future - POC+Solution Submission Template</dc:title>
  <dc:subject>PptxGenJS Presentation</dc:subject>
  <dc:creator>PptxGenJS</dc:creator>
  <cp:lastModifiedBy>PptxGenJS</cp:lastModifiedBy>
  <cp:revision>1</cp:revision>
  <dcterms:created xsi:type="dcterms:W3CDTF">2026-06-12T03:43:12Z</dcterms:created>
  <dcterms:modified xsi:type="dcterms:W3CDTF">2026-06-12T03:43:12Z</dcterms:modified>
</cp:coreProperties>
</file>