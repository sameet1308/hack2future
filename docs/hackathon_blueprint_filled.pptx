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77824"/>
          <a:ext cx="8412480" cy="349300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Glass Box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Sameet Dandawate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Business Challenge 2 — Insurance Agentic Claims Processing Solution. Build an agentic AI system for end-to-end claim processing including multi-channel intake, policy validation, missing-information retrieval, document understanding, adjudication, human-in-loop handling, and CSR support.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Glass Box AI — agentic claim processing on Microsoft Power Platform + Azure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77824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PROBLEM: US auto-insurance claims average ~14 days to settle. The industry loses $40B+/yr to fraud. New AI regulations (Colorado SB21-169, NAIC AI Bulletin adopted by 20+ states, NY DFS Circular 7) penalize black-box AI decisions.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/>
                      </a:r>
                    </a:p>
                    <a:p>
                      <a:r>
                        <a:t>SOLUTION: Glass Box AI is a 5-agent swarm + 2 assignment engines + 6th explanation agent, all orchestrated by Power Automate, with EVERY AI decision logged in plain English to a Dataverse Decision_Rationale audit table. Customer touchpoint = 'Sara' persona across 5 channels (Mobile App, Web Chat, Teams, SMS, Email).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TARGET USERS: US Personal Auto policyholders (consumer side); claim handlers and live CSRs at the carrier (operations side); compliance officers and state insurance regulators (audit side).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BUSINESS / TECHNICAL VALUE: settlement in &lt;2 minutes for simple claims (vs ~14 days industry avg) · 50%+ auto-approval rate · 7 parallel fraud-detection checks per claim · 100% of decisions audit-logged · regulatory compliance by design (not bolted on).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REAL-WORLD APPLICATION: any US Personal Auto carrier. Architecture is production-ready; 6 industry-data adapters (ISO ClaimSearch, NICB, CARFAX, DMV, KBB, telematics) use sandbox endpoints today and swap to live during the carrier's standard 60-90 day procurement cycle.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FUTURE EXTENSIBILITY: full claim lifecycle (5 phases incl. Reopen) covers all 11 Personal Auto loss types end-to-end. Roadmap: WhatsApp channel, Fitbit health-sensor corroboration for PIP/MedPay, expand to Property and Specialty product lines, real ML fraud model (vs current rules-based), Voice/IVR via Dynamics 365 Contact Center.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AI / DATA / APP: Microsoft Copilot Studio (Intake + Explanation agents) · Azure OpenAI Service (GPT-4.1 — adjudication, sentiment, explanation, vision) · Azure AI Document Intelligence (prebuilt invoice/receipt/idDocument/layout) · Azure AI Search (vector RAG over policy PDFs) · Microsoft Dataverse (8 tables, Decision_Rationale = compliance artifact) · Power Automate (Master Orchestration + all sub-agent flows + Handler/Vendor Assignment Engines) · Power BI Embedded (operations dashboard, Teams-embedded).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/>
                      </a:r>
                    </a:p>
                    <a:p>
                      <a:r>
                        <a:t>CHANNELS / INTEGRATION: Microsoft Teams (Adaptive Cards for adjusters, live CSR handover) · Office 365 Outlook (email channel + notifications) · Azure Communication Services (SMS) · Bot Framework Direct Line (web chat embed).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INFRASTRUCTURE: Azure Static Web Apps (React frontend hosting + Azure Function token broker) · Azure Blob Storage (policy PDFs + uploaded photos) · Azure Key Vault (secrets) · Microsoft Entra ID (handler SSO, RBAC, app registrations).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DEVOPS / SECURITY: Power Platform Pipelines (solution Dev → Test → Prod) · GitHub Actions (frontend CI/CD into Static Web Apps) · Application Insights + Power Platform Analytics (telemetry) · Power Platform DLP policies (connector classification).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MARKET: US Personal Auto premium = ~$310B/yr. ~10M auto claims filed annually. Industry leader Lemonade has shown sub-3-second AI claim settlement is feasible.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/>
                      </a:r>
                    </a:p>
                    <a:p>
                      <a:r>
                        <a:t>COST BENEFITS: 50%+ Tier-1 auto-approval = 50%+ reduction in claim-handler workload for routine claims. 7-check parallel validation catches more fraud earlier in the funnel.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PERFORMANCE METRICS:</a:t>
                      </a:r>
                    </a:p>
                    <a:p>
                      <a:r>
                        <a:t>• Time to decision (Tier 1 auto-approve): &lt;2 minutes vs ~14 days industry avg</a:t>
                      </a:r>
                    </a:p>
                    <a:p>
                      <a:r>
                        <a:t>• FNOL completion time: &lt;90 seconds end-to-end</a:t>
                      </a:r>
                    </a:p>
                    <a:p>
                      <a:r>
                        <a:t>• Validation sub-checks per claim: 7 (NOAA, NHTSA, ISO, NICB, DMV, Telematics, EstimateRule)</a:t>
                      </a:r>
                    </a:p>
                    <a:p>
                      <a:r>
                        <a:t>• Channels live: 5 (Mobile App, Web Chat, Teams, SMS, Email)</a:t>
                      </a:r>
                    </a:p>
                    <a:p>
                      <a:r>
                        <a:t>• Loss-type coverage: all 11 Personal Auto loss types end-to-end</a:t>
                      </a:r>
                    </a:p>
                    <a:p>
                      <a:r>
                        <a:t>• Audit-trail coverage: 100% of AI decisions logged to Decision_Rationale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SECURITY &amp; COMPLIANCE: Microsoft Entra ID SSO + RBAC for handlers · Azure Key Vault for all secrets · Power Platform DLP policies enforce connector boundaries · Decision_Rationale table = audit artifact for Colorado SB21-169 + NAIC AI Bulletin (20+ states) + NY DFS Circular Letter No. 7 + CA AB 2930 (pending).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relevance/appetite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Benefits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77824"/>
          <a:ext cx="603504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7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Overview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4-layer architecture on Microsoft Power Platform + Azure AI: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>(1) Channels — 5 customer touchpoints (Mobile App, Web Chat, Teams, SMS, Email).</a:t>
                      </a:r>
                    </a:p>
                    <a:p>
                      <a:r>
                        <a:t>(2) Presentation — Azure Static Web Apps hosts the React SPA serving both customer and adjuster surfaces, with an Azure Function token broker bridging Direct Line.</a:t>
                      </a:r>
                    </a:p>
                    <a:p>
                      <a:r>
                        <a:t>(3) Conversation + Orchestration — Copilot Studio (Intake + Explanation Agents); Power Automate Master_Orchestration flow fans out into 5 parallel agents (Extraction, Policy, Validation, Adjudication) plus Handler + Vendor Assignment Engines.</a:t>
                      </a:r>
                    </a:p>
                    <a:p>
                      <a:r>
                        <a:t>(4) Data + Audit — Microsoft Dataverse with 8 tables; Decision_Rationale is the audit / compliance artifact. Power BI dashboard reads directly via native connector.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FNOL HAPPY-PATH (Tier 1 auto-approve, ~90 seconds end-to-end):</a:t>
                      </a:r>
                    </a:p>
                    <a:p>
                      <a:r>
                        <a:t>1. Customer files claim via Mobile App</a:t>
                      </a:r>
                    </a:p>
                    <a:p>
                      <a:r>
                        <a:t>2. SPA → Direct Line → Copilot Studio Intake Agent</a:t>
                      </a:r>
                    </a:p>
                    <a:p>
                      <a:r>
                        <a:t>3. Sara walks through universal questions + Collision-specific branch</a:t>
                      </a:r>
                    </a:p>
                    <a:p>
                      <a:r>
                        <a:t>4. Power Automate Create_Claim writes Claim row to Dataverse</a:t>
                      </a:r>
                    </a:p>
                    <a:p>
                      <a:r>
                        <a:t>5. Dataverse trigger fires Master_Orchestration</a:t>
                      </a:r>
                    </a:p>
                    <a:p>
                      <a:r>
                        <a:t>6. Parallel: Extraction (Doc Intelligence) · Policy (AI Search RAG) · Validation (NOAA + NHTSA live + 5 sandbox)</a:t>
                      </a:r>
                    </a:p>
                    <a:p>
                      <a:r>
                        <a:t>7. Every step writes a Decision_Rationale row</a:t>
                      </a:r>
                    </a:p>
                    <a:p>
                      <a:r>
                        <a:t>8. Adjudication Agent (Azure OpenAI) synthesizes → confidence + recommendation</a:t>
                      </a:r>
                    </a:p>
                    <a:p>
                      <a:r>
                        <a:t>9. Tier 1 → auto-approve, Notify_Customer flow → Explanation Agent on original channel</a:t>
                      </a:r>
                    </a:p>
                    <a:p>
                      <a:r>
                        <a:t>10. Power BI dashboard updates in real time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Components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CONVERSATIONAL: Copilot Studio Intake Agent (FNOL_Start parent + 11 child topics, one per loss type, + 3 reusable sub-flows: OtherParty, Witness, InjuryTriage). Copilot Studio Explanation Agent (post-resolution).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/>
                      </a:r>
                    </a:p>
                    <a:p>
                      <a:r>
                        <a:t>ORCHESTRATION: Power Automate flows — Create_Claim · Master_Orchestration · Notify_Customer · Log_To_Audit (reusable child flow called by every agent). Sub-flows: Extraction · Policy · Validation (× 7 sub-checks) · Adjudication · Send_TeamsCard · Process_TeamsResponse · Assign_Claim_To_Handler · Assign_Vendors_To_Claim.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AI SERVICES: Azure OpenAI (GPT-4.1) for adjudication, sentiment analysis, explanation generation, GPT-4o Vision for damage photos. Azure AI Search for vector RAG over policy PDFs. Azure AI Document Intelligence for prebuilt invoice/receipt/idDocument/layout extraction.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DATA: Dataverse — 8 tables (Policy, Claim, Document, Communication, Decision_Rationale, Adjuster, Vendor, ClaimVendorAssignment). Slim universal columns + JSON column for loss-type-specific data. Azure Blob Storage for policy PDFs and uploaded files. Azure AI Search index over policy PDFs.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USER-FACING: React Customer App (mobile-styled phone-frame Web Chat with Sara avatar) + React Adjuster Console (queue, claim detail, Theater Mode live agent visualization), both hosted on Azure Static Web Apps. Microsoft Teams Adaptive Cards for Tier-2 adjuster review. Live CSR handover via Teams chat for Tier-3.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EXTERNAL DATA ADAPTERS: 2 LIVE — NOAA Weather (api.weather.gov) + NHTSA Recalls (vpic.nhtsa.dot.gov). 6 SANDBOX with production-final interfaces — ISO ClaimSearch, NICB, CARFAX, state DMV, KBB/NADA, telematics (UBI). Real endpoints configured during carrier's standard 60-90 day procurement.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ANALYTICS: Power BI Embedded operations dashboard — direct Dataverse query, no ETL — embedded as a tile inside the Adjuster Console Teams channel.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t>IDENTITY: Microsoft Entra ID SSO for handler routes (claimsHandler / supervisor / admin roles) via Azure Static Web Apps built-in auth. App registrations for SWA + Power Platform service principal + per-AAD-secured Azure resource.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t/>
                      </a:r>
                    </a:p>
                    <a:p>
                      <a:r>
                        <a:t>SECRETS: Azure Key Vault holds DIRECT_LINE_SECRET, AAD client credentials, Azure OpenAI keys, Azure Communication Services connection string. Power Platform connection references store per-service OAuth/key connections, environment-scoped (Dev / Test / Prod isolated).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DATA PROTECTION: All data encrypted at rest (Dataverse + Azure Storage default) and in transit (TLS 1.2+). Role-based access at the Dataverse table + record level. Audit logging via Dataverse audit log + Application Insights + Power Platform Analytics.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GOVERNANCE: Power Platform DLP (Data Loss Prevention) policies classify connectors as Business / Non-business / Blocked. HTTP connector explicitly allowed for sandbox-adapter calls. ALM via Power Platform Pipelines (solution export Dev → Test → Prod) + GitHub Actions (frontend auto-deploy on push to main).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REGULATORY COMPLIANCE — the killer pitch lever:</a:t>
                      </a:r>
                    </a:p>
                    <a:p>
                      <a:r>
                        <a:t>• Colorado SB21-169 — Algorithmic non-discrimination + AI governance + explainability for insurers. Decision_Rationale answers all three.</a:t>
                      </a:r>
                    </a:p>
                    <a:p>
                      <a:r>
                        <a:t>• NAIC AI Model Bulletin (Dec 2023, adopted by 20+ states) — AI governance, documentation, third-party vendor controls, monitoring. Same artifact.</a:t>
                      </a:r>
                    </a:p>
                    <a:p>
                      <a:r>
                        <a:t>• NY DFS Circular Letter No. 7 (2024) — AI/ML use documentation + consumer challenge ability. Same artifact.</a:t>
                      </a:r>
                    </a:p>
                    <a:p>
                      <a:r>
                        <a:t>• CA AB 2930 (pending) — Algorithmic decision-making transparency. Same artifact.</a:t>
                      </a:r>
                    </a:p>
                    <a:p>
                      <a:r>
                        <a:t/>
                      </a:r>
                    </a:p>
                    <a:p>
                      <a:r>
                        <a:t>Single architectural artifact (Decision_Rationale audit log) = single compliance artifact answering all four regulations. No separate compliance tooling needed.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92240" y="877824"/>
            <a:ext cx="2468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visual representation of the solution, showing: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interaction flow/wireframe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 components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between services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points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/ compliance considerations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>
            <a:r>
              <a:t>Team SPOC · Frontend + Architecture lead</a:t>
            </a:r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>
            <a:r>
              <a:t>Policy data + RAG · Confluence + PRD</a:t>
            </a:r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Suraj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>
            <a:r>
              <a:t>Telematics adapter · IoT roadmap</a:t>
            </a:r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[Member 4 — TBD]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>
            <a:r>
              <a:t>Copilot Studio lead · Intake Agent topics</a:t>
            </a:r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[Member 5 — TBD]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p>
            <a:r>
              <a:t>Power Automate lead · Orchestration + Glass Box logging</a:t>
            </a:r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>
            <a:r>
              <a:t>Demo + Power BI dashboard · backup video</a:t>
            </a:r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sz="1000">
                <a:latin typeface="Calibri"/>
              </a:rPr>
              <a:t>[Member 6 — TBD]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References/Points (If Any)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p>
            <a:r>
              <a:t>REPOSITORY · github.com/Sameet1308/Hack2future</a:t>
            </a:r>
          </a:p>
          <a:p>
            <a:r>
              <a:t/>
            </a:r>
          </a:p>
          <a:p>
            <a:r>
              <a:t>CONFLUENCE PAGES (Product management space, aieliteltm.atlassian.net):</a:t>
            </a:r>
          </a:p>
          <a:p>
            <a:r>
              <a:t>• Glass Box AI — Product Requirements (R1–R25) — PM/1802274</a:t>
            </a:r>
          </a:p>
          <a:p>
            <a:r>
              <a:t>• Glass Box AI — Dataverse Schema (8 tables, naming conventions) — PM/1802251</a:t>
            </a:r>
          </a:p>
          <a:p>
            <a:r>
              <a:t>• Glass Box AI — Architecture (4 layers, all Microsoft services) — PM/1769476</a:t>
            </a:r>
          </a:p>
          <a:p>
            <a:r>
              <a:t>• Glass Box AI — Architectural Decisions Log (17+ ADRs) — PM/2097154</a:t>
            </a:r>
          </a:p>
          <a:p>
            <a:r>
              <a:t>• Glass Box AI — Intake Agent FNOL Spec (11 loss types) — PM/1638411</a:t>
            </a:r>
          </a:p>
          <a:p>
            <a:r>
              <a:t/>
            </a:r>
          </a:p>
          <a:p>
            <a:r>
              <a:t>DIAGRAMS (editable in app.diagrams.net):</a:t>
            </a:r>
          </a:p>
          <a:p>
            <a:r>
              <a:t>• docs/diagrams/02_logical_architecture.drawio — C4 Level 2 with real Microsoft icons</a:t>
            </a:r>
          </a:p>
          <a:p>
            <a:r>
              <a:t>• docs/diagrams/03_er_diagram.drawio — Entity-Relationship diagram, 8 entities</a:t>
            </a:r>
          </a:p>
          <a:p>
            <a:r>
              <a:t>• docs/diagrams/04_assignment_flows.drawio — Handler + Vendor assignment engines</a:t>
            </a:r>
          </a:p>
          <a:p>
            <a:r>
              <a:t>• docs/diagrams/architecture.html — interactive end-to-end flow (browser-renderable)</a:t>
            </a:r>
          </a:p>
          <a:p>
            <a:r>
              <a:t/>
            </a:r>
          </a:p>
          <a:p>
            <a:r>
              <a:t>SCHEMA (editable formats):</a:t>
            </a:r>
          </a:p>
          <a:p>
            <a:r>
              <a:t>• docs/schema/glassbox_schema.csv — flat, importable, both logical + physical names</a:t>
            </a:r>
          </a:p>
          <a:p>
            <a:r>
              <a:t>• docs/schema/glassbox_schema.xlsx — 10-sheet color-coded workbook</a:t>
            </a:r>
          </a:p>
          <a:p>
            <a:r>
              <a:t/>
            </a:r>
          </a:p>
          <a:p>
            <a:r>
              <a:t>DEMO ASSETS:</a:t>
            </a:r>
          </a:p>
          <a:p>
            <a:r>
              <a:t>• Live React app (Vite + Tailwind) — frontend/ folder · npm install &amp;&amp; npm run dev</a:t>
            </a:r>
          </a:p>
          <a:p>
            <a:r>
              <a:t>• Theater Mode (live agent visualization) — /handler/theater/CLM-2026-4520</a:t>
            </a:r>
          </a:p>
          <a:p>
            <a:r>
              <a:t/>
            </a:r>
          </a:p>
          <a:p>
            <a:r>
              <a:t>DELIVERY TIMELINE:</a:t>
            </a:r>
          </a:p>
          <a:p>
            <a:r>
              <a:t>• Blueprint submission: 2026-05-18</a:t>
            </a:r>
          </a:p>
          <a:p>
            <a:r>
              <a:t>• Blueprint evaluation: 2026-05-25 → 2026-05-29</a:t>
            </a:r>
          </a:p>
          <a:p>
            <a:r>
              <a:t>• Solution build window: 2026-06-01 → 2026-06-12 (12 days)</a:t>
            </a:r>
          </a:p>
          <a:p>
            <a:r>
              <a:t>• Solution judging: 2026-06-16 → 2026-06-24</a:t>
            </a:r>
          </a:p>
          <a:p>
            <a:r>
              <a:t>• Closure + winners announced: 2026-06-30 → 2026-07-07</a:t>
            </a:r>
          </a:p>
          <a:p>
            <a:r>
              <a:t/>
            </a:r>
          </a:p>
          <a:p>
            <a:r>
              <a:t>REGULATORY REFERENCES:</a:t>
            </a:r>
          </a:p>
          <a:p>
            <a:r>
              <a:t>• Colorado SB21-169 — AI/ML insurer non-discrimination + governance</a:t>
            </a:r>
          </a:p>
          <a:p>
            <a:r>
              <a:t>• NAIC AI Model Bulletin (Dec 2023) — adopted by 20+ states</a:t>
            </a:r>
          </a:p>
          <a:p>
            <a:r>
              <a:t>• NY DFS Circular Letter No. 7 (2024) — AI/ML documentation + consumer challenge</a:t>
            </a:r>
          </a:p>
          <a:p>
            <a:r>
              <a:t>• CA AB 2930 (pending) — algorithmic decision-making transparency</a:t>
            </a:r>
          </a:p>
          <a:p>
            <a:r>
              <a:t/>
            </a:r>
          </a:p>
          <a:p>
            <a:r>
              <a:t>REFERENCE REPOSITORIES (Microsoft + open-source):</a:t>
            </a:r>
          </a:p>
          <a:p>
            <a:r>
              <a:t>• microsoft/claims-processing-hack — Microsoft's own multi-agent claims hackathon</a:t>
            </a:r>
          </a:p>
          <a:p>
            <a:r>
              <a:t>• MSUSAzureAccelerators/AI-Powered-Insurance-Claims-Automation-Accelerator</a:t>
            </a:r>
          </a:p>
          <a:p>
            <a:r>
              <a:t>• databricks-industry-solutions/smart-claims (cross-stack patterns)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8412480" cy="0"/>
          </a:xfrm>
          <a:prstGeom prst="line">
            <a:avLst/>
          </a:prstGeom>
          <a:noFill/>
          <a:ln w="25400">
            <a:solidFill>
              <a:srgbClr val="B85042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Innovators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Lead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Srikanth Dharmana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can AI accelerate insurance claim processing while improving accuracy and reducing fraud?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Intelligent Claims Copilot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processing is manual, slow, error-prone, and fraud-prone due to fragmented data sources.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Approach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AI-powered Claims Copilot using RAG + Agentic workflows: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Auto-ingest claim documents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using policy knowledge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 multi-agent decisioning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real-time adjudication recommendations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 adjusters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investigators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40–60% faster claim processing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Reduced fraud leakage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SLA adherence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Insurance companies processing health, motor, and property claims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with external data providers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learning loop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Cross-industry expansion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Used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OpenAI (GPT models) – Copilot reasoning engine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 – RAG knowledge retrieval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Functions – Workflow orchestration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Fabric – Data ingestion &amp; analytics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Platform (Power Apps + Power Automate) – UI &amp; workflows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API Management – Integration layer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DevOps – CI/CD pipeline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Entra ID – Identity &amp; security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8412480" cy="0"/>
          </a:xfrm>
          <a:prstGeom prst="line">
            <a:avLst/>
          </a:prstGeom>
          <a:noFill/>
          <a:ln w="25400">
            <a:solidFill>
              <a:srgbClr val="B85042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1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uploads claim (documents, images)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extracts structured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retrieves policy documents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 evaluates: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685800" lvl="1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685800" lvl="1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685800" lvl="1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(Power Apps / Web UI)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Orchestrator (Azure OpenAI + Agent Framework)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Layer (Fabric + Data Lake)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Layer (Azure AI Search)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Layer (APIs, external systems)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access (Entra 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masking &amp; encryption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logging via Azure Monitor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0" y="886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Technical Architecture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217920" y="115214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scalable, governed, multi-agent architecture that transforms static policies into reusable enterprise intelligence.</a:t>
            </a:r>
            <a:endParaRPr lang="en-US" sz="700" dirty="0"/>
          </a:p>
        </p:txBody>
      </p:sp>
      <p:sp>
        <p:nvSpPr>
          <p:cNvPr id="5" name="Shape 5"/>
          <p:cNvSpPr/>
          <p:nvPr/>
        </p:nvSpPr>
        <p:spPr>
          <a:xfrm>
            <a:off x="6217920" y="1435608"/>
            <a:ext cx="18288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435608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37376" y="143560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Microsoft Fabric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17920" y="1719072"/>
            <a:ext cx="1828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0" y="1719072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7376" y="171907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 Layer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Azure AI Search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217920" y="2002536"/>
            <a:ext cx="182880" cy="2560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002536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37376" y="200253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Azure AI Foundry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400800" y="22860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○ Router · Policy Q&amp;A · Summarization · Topic Extraction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6217920" y="2496312"/>
            <a:ext cx="1828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2496312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7376" y="24963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Azure OpenAI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217920" y="2779776"/>
            <a:ext cx="18288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0" y="2779776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7376" y="277977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Observability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Azure Monitor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217920" y="3063240"/>
            <a:ext cx="182880" cy="25603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0" y="3063240"/>
            <a:ext cx="2560320" cy="256032"/>
          </a:xfrm>
          <a:prstGeom prst="rect">
            <a:avLst/>
          </a:prstGeom>
          <a:solidFill>
            <a:srgbClr val="F3F4F6"/>
          </a:solidFill>
          <a:ln w="6350">
            <a:solidFill>
              <a:srgbClr val="C0C0C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37376" y="30632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Layer</a:t>
            </a: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Power BI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217920" y="3392424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Scalable, governed, multi-agent enterprise architecture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217920" y="3611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 Demo Flow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217920" y="3886200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0" y="38862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6437376" y="3840480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submits a cross-policy question via web/app interface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217920" y="4178808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17920" y="41788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6437376" y="4133088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Agent: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intent, assesses domain, delegates to specialist agent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6217920" y="447141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0" y="44714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37" name="Text 34"/>
          <p:cNvSpPr/>
          <p:nvPr/>
        </p:nvSpPr>
        <p:spPr>
          <a:xfrm>
            <a:off x="6437376" y="4425696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Q&amp;A Agent: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query, retrieves policy content, multi-document reasoning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6217920" y="4764024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217920" y="47640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40" name="Text 37"/>
          <p:cNvSpPr/>
          <p:nvPr/>
        </p:nvSpPr>
        <p:spPr>
          <a:xfrm>
            <a:off x="6437376" y="4718304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vectorized policy knowledge, enables knowledge reuse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6217920" y="5056632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217920" y="5056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437376" y="5010912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Extraction: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business topics, assigns risk level &amp; confidence</a:t>
            </a:r>
            <a:endParaRPr 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6217920" y="5349240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217920" y="53492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6437376" y="5303520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Logging: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agent actions, captures audit trail via Fabric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6217920" y="5641848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217920" y="5641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6437376" y="5596128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Dashboard: </a:t>
            </a: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memory reuse %, agent collaboration index, trends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706</Words>
  <Application>Microsoft Office PowerPoint</Application>
  <PresentationFormat>On-screen Show (16:9)</PresentationFormat>
  <Paragraphs>156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1</cp:revision>
  <dcterms:created xsi:type="dcterms:W3CDTF">2026-05-14T21:25:56Z</dcterms:created>
  <dcterms:modified xsi:type="dcterms:W3CDTF">2026-05-15T18:07:29Z</dcterms:modified>
</cp:coreProperties>
</file>